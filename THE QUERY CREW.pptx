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5" r:id="rId10"/>
    <p:sldId id="262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9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7F1F9F-A3F2-48E7-8A02-927064AB74A5}" type="datetimeFigureOut">
              <a:rPr lang="en-IN" smtClean="0"/>
              <a:t>30-03-2026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0B9D6-FCA4-4394-A12E-82963DAE9D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22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A0B9D6-FCA4-4394-A12E-82963DAE9D6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848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fld id="{32637B58-87C1-446D-BDA9-B06F4BCF778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708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32637B58-87C1-446D-BDA9-B06F4BCF778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16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28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68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71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828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14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6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54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37B58-87C1-446D-BDA9-B06F4BCF778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6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32637B58-87C1-446D-BDA9-B06F4BCF7782}" type="datetimeFigureOut">
              <a:rPr lang="en-US" smtClean="0"/>
              <a:pPr/>
              <a:t>3/30/2026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32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7328F-2F84-C157-E3AB-FE7CCB397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6926" y="287078"/>
            <a:ext cx="8504275" cy="3551275"/>
          </a:xfrm>
        </p:spPr>
        <p:txBody>
          <a:bodyPr/>
          <a:lstStyle/>
          <a:p>
            <a:r>
              <a:rPr lang="en-US" dirty="0"/>
              <a:t>THE QUERY CREW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1098F-98A3-49C8-D307-989641173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4640" y="4155440"/>
            <a:ext cx="8641257" cy="161260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					</a:t>
            </a:r>
            <a:r>
              <a:rPr lang="en-US" i="1" dirty="0" err="1"/>
              <a:t>Vallakati</a:t>
            </a:r>
            <a:r>
              <a:rPr lang="en-US" i="1" dirty="0"/>
              <a:t> srujana</a:t>
            </a:r>
          </a:p>
          <a:p>
            <a:r>
              <a:rPr lang="en-US" i="1" dirty="0"/>
              <a:t>					</a:t>
            </a:r>
            <a:r>
              <a:rPr lang="en-US" i="1" dirty="0" err="1"/>
              <a:t>vemana</a:t>
            </a:r>
            <a:r>
              <a:rPr lang="en-US" i="1" dirty="0"/>
              <a:t> </a:t>
            </a:r>
            <a:r>
              <a:rPr lang="en-US" i="1" dirty="0" err="1"/>
              <a:t>banni</a:t>
            </a:r>
            <a:r>
              <a:rPr lang="en-US" i="1" dirty="0"/>
              <a:t> </a:t>
            </a:r>
            <a:r>
              <a:rPr lang="en-US" i="1" dirty="0" err="1"/>
              <a:t>satya</a:t>
            </a:r>
            <a:r>
              <a:rPr lang="en-US" i="1" dirty="0"/>
              <a:t> </a:t>
            </a:r>
            <a:r>
              <a:rPr lang="en-US" i="1" dirty="0" err="1"/>
              <a:t>sri</a:t>
            </a:r>
            <a:endParaRPr lang="en-US" i="1" dirty="0"/>
          </a:p>
          <a:p>
            <a:r>
              <a:rPr lang="en-US" i="1" dirty="0"/>
              <a:t>					</a:t>
            </a:r>
            <a:r>
              <a:rPr lang="en-US" i="1" dirty="0" err="1"/>
              <a:t>nalagandla</a:t>
            </a:r>
            <a:r>
              <a:rPr lang="en-US" i="1" dirty="0"/>
              <a:t> </a:t>
            </a:r>
            <a:r>
              <a:rPr lang="en-US" i="1" dirty="0" err="1"/>
              <a:t>akhila</a:t>
            </a:r>
            <a:endParaRPr lang="en-US" i="1" dirty="0"/>
          </a:p>
          <a:p>
            <a:r>
              <a:rPr lang="en-US" i="1" dirty="0"/>
              <a:t>					</a:t>
            </a:r>
            <a:r>
              <a:rPr lang="en-US" i="1" dirty="0" err="1"/>
              <a:t>thirukovela</a:t>
            </a:r>
            <a:r>
              <a:rPr lang="en-US" i="1" dirty="0"/>
              <a:t> </a:t>
            </a:r>
            <a:r>
              <a:rPr lang="en-US" i="1" dirty="0" err="1"/>
              <a:t>sanjana</a:t>
            </a:r>
            <a:endParaRPr lang="en-US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4923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A4E1E-3816-7A2B-994E-BC67AF9B2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2B6877-1761-5E4C-6C72-F2846F3A8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679" y="2036604"/>
            <a:ext cx="5511641" cy="278479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5BFC73E-2791-16A2-4B27-C8C29A3343DA}"/>
              </a:ext>
            </a:extLst>
          </p:cNvPr>
          <p:cNvSpPr/>
          <p:nvPr/>
        </p:nvSpPr>
        <p:spPr>
          <a:xfrm>
            <a:off x="905256" y="2184400"/>
            <a:ext cx="5007864" cy="345440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USE CASE </a:t>
            </a:r>
            <a:r>
              <a:rPr lang="en-US" sz="3200" b="1" dirty="0">
                <a:solidFill>
                  <a:srgbClr val="7030A0"/>
                </a:solidFill>
                <a:latin typeface="+mj-lt"/>
              </a:rPr>
              <a:t>: 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 ECOMMERCE ANALYTICS USING SNOWFLAKE</a:t>
            </a:r>
            <a:endParaRPr lang="en-IN" sz="32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272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44B00-C6EF-675C-017B-548836DD9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32080"/>
            <a:ext cx="9914859" cy="1329004"/>
          </a:xfrm>
        </p:spPr>
        <p:txBody>
          <a:bodyPr/>
          <a:lstStyle/>
          <a:p>
            <a:r>
              <a:rPr lang="en-US" dirty="0"/>
              <a:t>Design</a:t>
            </a:r>
            <a:endParaRPr lang="en-IN" dirty="0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44966A4F-DE3D-23B2-D054-E5905ADF68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520" y="1461084"/>
            <a:ext cx="56388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475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12">
            <a:extLst>
              <a:ext uri="{FF2B5EF4-FFF2-40B4-BE49-F238E27FC236}">
                <a16:creationId xmlns:a16="http://schemas.microsoft.com/office/drawing/2014/main" id="{0331DCD9-EBE4-2CE3-94F5-2CDB2EC99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1" y="1430655"/>
            <a:ext cx="860298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19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7DF1-F35E-564D-F115-AE590DB31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85A9B-DCF7-F96B-8982-F199E689E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8708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9192A-3C68-31DC-4508-06BCF43C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 Outputs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AB8D24-40A0-99ED-98ED-EAB3B0E88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21" y="1919672"/>
            <a:ext cx="9611742" cy="133252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1185962-5758-3D54-FD8E-4C55720E0F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256" y="3368579"/>
            <a:ext cx="9692006" cy="267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0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1FBC33-478C-BF95-44D7-334E6E39A6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97" y="542530"/>
            <a:ext cx="5658485" cy="3937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2695DF-ED51-BDAD-6245-C5BF0DC49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582" y="542530"/>
            <a:ext cx="4693920" cy="383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485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499BED-E5C9-44E7-2C91-66A0E04140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" y="1763195"/>
            <a:ext cx="9915525" cy="219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006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0FF4B-E775-742C-B2CC-268FD9534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643014-6F68-CC4D-3364-0AA35DFCA5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736656"/>
            <a:ext cx="9915525" cy="21461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9372A8-A8EA-2545-9E50-476036A04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3225745"/>
            <a:ext cx="10634662" cy="170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702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19026-4334-1772-2A41-169170FA0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009532"/>
          </a:xfrm>
        </p:spPr>
        <p:txBody>
          <a:bodyPr/>
          <a:lstStyle/>
          <a:p>
            <a:r>
              <a:rPr lang="en-US" dirty="0"/>
              <a:t>Visualization -Power BI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DB04A7-088C-55D0-A031-3BF002061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884" y="1440180"/>
            <a:ext cx="8762715" cy="460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9298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BE175A-67B2-B9DB-753A-895F89C75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699562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 overlay</Template>
  <TotalTime>331</TotalTime>
  <Words>53</Words>
  <Application>Microsoft Office PowerPoint</Application>
  <PresentationFormat>Widescreen</PresentationFormat>
  <Paragraphs>12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Arial Nova Light</vt:lpstr>
      <vt:lpstr>Calibri</vt:lpstr>
      <vt:lpstr>Elephant</vt:lpstr>
      <vt:lpstr>Times New Roman</vt:lpstr>
      <vt:lpstr>ModOverlayVTI</vt:lpstr>
      <vt:lpstr>THE QUERY CREW</vt:lpstr>
      <vt:lpstr>Problem Statement</vt:lpstr>
      <vt:lpstr>Design</vt:lpstr>
      <vt:lpstr>PowerPoint Presentation</vt:lpstr>
      <vt:lpstr>Implementation</vt:lpstr>
      <vt:lpstr>Proposed Solution Outputs</vt:lpstr>
      <vt:lpstr>PowerPoint Presentation</vt:lpstr>
      <vt:lpstr>PowerPoint Presentation</vt:lpstr>
      <vt:lpstr>PowerPoint Presentation</vt:lpstr>
      <vt:lpstr>Visualization -Power BI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 srujana</dc:creator>
  <cp:lastModifiedBy>v srujana</cp:lastModifiedBy>
  <cp:revision>4</cp:revision>
  <cp:lastPrinted>2026-03-29T10:20:32Z</cp:lastPrinted>
  <dcterms:created xsi:type="dcterms:W3CDTF">2026-03-29T10:03:07Z</dcterms:created>
  <dcterms:modified xsi:type="dcterms:W3CDTF">2026-03-30T10:24:29Z</dcterms:modified>
</cp:coreProperties>
</file>